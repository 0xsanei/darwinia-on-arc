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3657600"/>
          </a:xfrm>
          <a:prstGeom prst="ellipse">
            <a:avLst/>
          </a:prstGeom>
          <a:solidFill>
            <a:srgbClr val="06B6D4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Darwinia on Arc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Better Strategies. Pay Per Insight.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2286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genetic algorithm optimization as a service,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with $0.001 USDC Nanopayments on Arc Network.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123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663440"/>
            <a:ext cx="76809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Economy on Arc Hackathon 2026  |  Built by 0xSanei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63040"/>
            <a:ext cx="7680960" cy="96012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64008" cy="9601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6304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554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$50K-500K/year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190195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strategy development requires quant teams,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infrastructure, and months of backtesting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606040"/>
            <a:ext cx="7680960" cy="96012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606040"/>
            <a:ext cx="64008" cy="9601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60604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645920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Access for Retail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45920" y="304495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traders are locked out of algorithmic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tools that institutions take for granted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749040"/>
            <a:ext cx="7680960" cy="96012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749040"/>
            <a:ext cx="64008" cy="9601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74904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645920" y="3840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Trap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45920" y="418795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platforms charge monthly fees whether you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them or not — pay for access, not results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Strategy Evolution as a Service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1828800" cy="292608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71600"/>
            <a:ext cx="18288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" name="Shape 4"/>
          <p:cNvSpPr/>
          <p:nvPr/>
        </p:nvSpPr>
        <p:spPr>
          <a:xfrm>
            <a:off x="1325880" y="1645920"/>
            <a:ext cx="640080" cy="64008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32588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6868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 Job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target (BTC/USDT),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($0.02+), generations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60320" y="256032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88920" y="1371600"/>
            <a:ext cx="1828800" cy="292608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88920" y="1371600"/>
            <a:ext cx="18288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3383280" y="1645920"/>
            <a:ext cx="640080" cy="640080"/>
          </a:xfrm>
          <a:prstGeom prst="ellipse">
            <a:avLst/>
          </a:prstGeom>
          <a:solidFill>
            <a:srgbClr val="2563EB">
              <a:alpha val="2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92608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Evolves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92608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GA agent evolves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variants per generation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17720" y="256032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46320" y="1371600"/>
            <a:ext cx="1828800" cy="292608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1371600"/>
            <a:ext cx="18288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Shape 18"/>
          <p:cNvSpPr/>
          <p:nvPr/>
        </p:nvSpPr>
        <p:spPr>
          <a:xfrm>
            <a:off x="5440680" y="1645920"/>
            <a:ext cx="640080" cy="640080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44068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98348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Insight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8348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results at $0.001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 via x402 Nanopayments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256032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903720" y="1371600"/>
            <a:ext cx="1828800" cy="292608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03720" y="1371600"/>
            <a:ext cx="18288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7" name="Shape 25"/>
          <p:cNvSpPr/>
          <p:nvPr/>
        </p:nvSpPr>
        <p:spPr>
          <a:xfrm>
            <a:off x="7498080" y="1645920"/>
            <a:ext cx="640080" cy="640080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04088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04088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winning strategy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(17 genes)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960120"/>
            <a:ext cx="137160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280160"/>
            <a:ext cx="1463040" cy="914400"/>
          </a:xfrm>
          <a:prstGeom prst="rect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8016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LAYER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468880" y="1371600"/>
            <a:ext cx="1463040" cy="731520"/>
          </a:xfrm>
          <a:prstGeom prst="rect">
            <a:avLst/>
          </a:prstGeom>
          <a:solidFill>
            <a:srgbClr val="141937"/>
          </a:solidFill>
          <a:ln w="12700">
            <a:solidFill>
              <a:srgbClr val="1E25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Dashboard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86200" y="15087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0" y="1371600"/>
            <a:ext cx="1463040" cy="731520"/>
          </a:xfrm>
          <a:prstGeom prst="rect">
            <a:avLst/>
          </a:prstGeom>
          <a:solidFill>
            <a:srgbClr val="141937"/>
          </a:solidFill>
          <a:ln w="12700">
            <a:solidFill>
              <a:srgbClr val="1E25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Job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532120" y="15087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760720" y="1371600"/>
            <a:ext cx="1463040" cy="731520"/>
          </a:xfrm>
          <a:prstGeom prst="rect">
            <a:avLst/>
          </a:prstGeom>
          <a:solidFill>
            <a:srgbClr val="141937"/>
          </a:solidFill>
          <a:ln w="12700">
            <a:solidFill>
              <a:srgbClr val="1E25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Results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78040" y="15087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406640" y="1371600"/>
            <a:ext cx="1463040" cy="731520"/>
          </a:xfrm>
          <a:prstGeom prst="rect">
            <a:avLst/>
          </a:prstGeom>
          <a:solidFill>
            <a:srgbClr val="141937"/>
          </a:solidFill>
          <a:ln w="12700">
            <a:solidFill>
              <a:srgbClr val="1E25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0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(x402)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148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2468880"/>
            <a:ext cx="1463040" cy="914400"/>
          </a:xfrm>
          <a:prstGeom prst="rect">
            <a:avLst/>
          </a:prstGeom>
          <a:solidFill>
            <a:srgbClr val="2563EB">
              <a:alpha val="2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LAYER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468880" y="2560320"/>
            <a:ext cx="1463040" cy="731520"/>
          </a:xfrm>
          <a:prstGeom prst="rect">
            <a:avLst/>
          </a:prstGeom>
          <a:solidFill>
            <a:srgbClr val="141937"/>
          </a:solidFill>
          <a:ln w="12700">
            <a:solidFill>
              <a:srgbClr val="1E25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68880" y="2560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Supabase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86200" y="26974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114800" y="2560320"/>
            <a:ext cx="1463040" cy="731520"/>
          </a:xfrm>
          <a:prstGeom prst="rect">
            <a:avLst/>
          </a:prstGeom>
          <a:solidFill>
            <a:srgbClr val="141937"/>
          </a:solidFill>
          <a:ln w="12700">
            <a:solidFill>
              <a:srgbClr val="1E254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0" y="2560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Job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6974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760720" y="2560320"/>
            <a:ext cx="1463040" cy="731520"/>
          </a:xfrm>
          <a:prstGeom prst="rect">
            <a:avLst/>
          </a:prstGeom>
          <a:solidFill>
            <a:srgbClr val="141937"/>
          </a:solidFill>
          <a:ln w="12700">
            <a:solidFill>
              <a:srgbClr val="1E254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0" y="2560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Darwinia CLI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78040" y="26974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406640" y="2560320"/>
            <a:ext cx="1463040" cy="731520"/>
          </a:xfrm>
          <a:prstGeom prst="rect">
            <a:avLst/>
          </a:prstGeom>
          <a:solidFill>
            <a:srgbClr val="141937"/>
          </a:solidFill>
          <a:ln w="12700">
            <a:solidFill>
              <a:srgbClr val="1E25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06640" y="2560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Iterations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▼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31520" y="3657600"/>
            <a:ext cx="1463040" cy="914400"/>
          </a:xfrm>
          <a:prstGeom prst="rect">
            <a:avLst/>
          </a:prstGeom>
          <a:solidFill>
            <a:srgbClr val="06B6D4">
              <a:alpha val="2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6576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SETTLEMENT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468880" y="3749040"/>
            <a:ext cx="1463040" cy="731520"/>
          </a:xfrm>
          <a:prstGeom prst="rect">
            <a:avLst/>
          </a:prstGeom>
          <a:solidFill>
            <a:srgbClr val="141937"/>
          </a:solidFill>
          <a:ln w="12700">
            <a:solidFill>
              <a:srgbClr val="1E25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3749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402 Gate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886200" y="3886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114800" y="3749040"/>
            <a:ext cx="1463040" cy="731520"/>
          </a:xfrm>
          <a:prstGeom prst="rect">
            <a:avLst/>
          </a:prstGeom>
          <a:solidFill>
            <a:srgbClr val="141937"/>
          </a:solidFill>
          <a:ln w="12700">
            <a:solidFill>
              <a:srgbClr val="1E254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0" y="3749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EIP-3009 Sign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532120" y="3886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760720" y="3749040"/>
            <a:ext cx="1463040" cy="731520"/>
          </a:xfrm>
          <a:prstGeom prst="rect">
            <a:avLst/>
          </a:prstGeom>
          <a:solidFill>
            <a:srgbClr val="141937"/>
          </a:solidFill>
          <a:ln w="12700">
            <a:solidFill>
              <a:srgbClr val="1E254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0" y="3749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Submit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178040" y="3886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06640" y="3749040"/>
            <a:ext cx="1463040" cy="731520"/>
          </a:xfrm>
          <a:prstGeom prst="rect">
            <a:avLst/>
          </a:prstGeom>
          <a:solidFill>
            <a:srgbClr val="141937"/>
          </a:solidFill>
          <a:ln w="12700">
            <a:solidFill>
              <a:srgbClr val="1E254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0" y="3749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On-chain TX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on Arc's Unique Primitives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280160"/>
            <a:ext cx="3703320" cy="96012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64008" cy="9601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USDC + EIP-3009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17190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$0.001 micropayments via gas-free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TransferWithAuthorization meta-tx.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280160"/>
            <a:ext cx="3703320" cy="96012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280160"/>
            <a:ext cx="64008" cy="9601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Pay-Per-Result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83480" y="17190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402 gates each iteration.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subscriptions; unlock on demand.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423160"/>
            <a:ext cx="3703320" cy="96012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423160"/>
            <a:ext cx="64008" cy="9601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514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ERC-8183 AgenticCommerce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05840" y="28620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Job lifecycle: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createJob → submit → complete.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423160"/>
            <a:ext cx="3703320" cy="96012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423160"/>
            <a:ext cx="64008" cy="9601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2514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ERC-8004 IdentityRegistry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83480" y="28620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 grows verifiably: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complete() → incrementReputation().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3566160"/>
            <a:ext cx="3703320" cy="96012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566160"/>
            <a:ext cx="64008" cy="9601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3657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Gateway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05840" y="40050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Solana → Arc USDC bridge.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USDC end-to-end in ~3s, 0.003 fee.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566160"/>
            <a:ext cx="3703320" cy="96012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566160"/>
            <a:ext cx="64008" cy="9601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4983480" y="3657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 Finality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983480" y="40050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on-chain settlements in one demo.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cost $180+ on Ethereum.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7680960" cy="502920"/>
          </a:xfrm>
          <a:prstGeom prst="rect">
            <a:avLst/>
          </a:prstGeom>
          <a:solidFill>
            <a:srgbClr val="14193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444752"/>
            <a:ext cx="347472" cy="347472"/>
          </a:xfrm>
          <a:prstGeom prst="ellipse">
            <a:avLst/>
          </a:prstGeom>
          <a:solidFill>
            <a:srgbClr val="22C55E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44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137160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deployed: darwinia-on-arc.vercel.app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011680"/>
            <a:ext cx="347472" cy="347472"/>
          </a:xfrm>
          <a:prstGeom prst="ellipse">
            <a:avLst/>
          </a:prstGeom>
          <a:solidFill>
            <a:srgbClr val="22C55E">
              <a:alpha val="2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63040" y="193852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Worker running (PM2), auto-claims and processes jobs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505456"/>
            <a:ext cx="7680960" cy="502920"/>
          </a:xfrm>
          <a:prstGeom prst="rect">
            <a:avLst/>
          </a:prstGeom>
          <a:solidFill>
            <a:srgbClr val="141937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2578608"/>
            <a:ext cx="347472" cy="347472"/>
          </a:xfrm>
          <a:prstGeom prst="ellipse">
            <a:avLst/>
          </a:prstGeom>
          <a:solidFill>
            <a:srgbClr val="22C55E">
              <a:alpha val="2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63040" y="2505456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payment gate: 402 → client signs → relay settles on-chain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145536"/>
            <a:ext cx="347472" cy="347472"/>
          </a:xfrm>
          <a:prstGeom prst="ellipse">
            <a:avLst/>
          </a:prstGeom>
          <a:solidFill>
            <a:srgbClr val="22C55E">
              <a:alpha val="2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145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63040" y="3072384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EIP-3009 TransferWithAuthorization confirmed on Arc Testnet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39312"/>
            <a:ext cx="7680960" cy="502920"/>
          </a:xfrm>
          <a:prstGeom prst="rect">
            <a:avLst/>
          </a:prstGeom>
          <a:solidFill>
            <a:srgbClr val="141937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3712464"/>
            <a:ext cx="347472" cy="347472"/>
          </a:xfrm>
          <a:prstGeom prst="ellipse">
            <a:avLst/>
          </a:prstGeom>
          <a:solidFill>
            <a:srgbClr val="22C55E">
              <a:alpha val="2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37124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3639312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17-gene Champion DNA visualization with fitness metrics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14400" y="4279392"/>
            <a:ext cx="347472" cy="347472"/>
          </a:xfrm>
          <a:prstGeom prst="ellipse">
            <a:avLst/>
          </a:prstGeom>
          <a:solidFill>
            <a:srgbClr val="22C55E">
              <a:alpha val="2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279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63040" y="420624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Supabase streaming of evolution progress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7C3AE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371600"/>
            <a:ext cx="7680960" cy="86868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71600"/>
            <a:ext cx="64008" cy="8686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4447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Marketplace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175564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competing GA agents with reputation-driven pricing.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agents earn more work.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423160"/>
            <a:ext cx="7680960" cy="86868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2423160"/>
            <a:ext cx="64008" cy="8686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4963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Settlement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280720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CCTP bridge to Ethereum/Solana for wider reach.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from any chain, settle on Arc.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7680960" cy="868680"/>
          </a:xfrm>
          <a:prstGeom prst="rect">
            <a:avLst/>
          </a:prstGeom>
          <a:solidFill>
            <a:srgbClr val="14193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474720"/>
            <a:ext cx="64008" cy="8686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5478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Trading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385876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 optimization for any parameter space: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yields, NFT pricing, risk models.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D123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480560"/>
            <a:ext cx="768096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0xSanei</a:t>
            </a:r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github.com/0xSanei  |  Built with </a:t>
            </a:r>
            <a:pPr algn="l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Darwinia GA</a:t>
            </a:r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(101⭐)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Darwinia on Arc — Pitch Deck</dc:title>
  <dc:subject>PptxGenJS Presentation</dc:subject>
  <dc:creator>0xSanei</dc:creator>
  <cp:lastModifiedBy>0xSanei</cp:lastModifiedBy>
  <cp:revision>1</cp:revision>
  <dcterms:created xsi:type="dcterms:W3CDTF">2026-04-18T06:24:49Z</dcterms:created>
  <dcterms:modified xsi:type="dcterms:W3CDTF">2026-04-18T06:24:49Z</dcterms:modified>
</cp:coreProperties>
</file>