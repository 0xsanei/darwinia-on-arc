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Darwinia on Arc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Better Strategies. Pay Per Insight.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286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genetic algorithm optimization as a service,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with $0.001 USDC Nanopayments on Arc Network.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23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Economy on Arc Hackathon 2026  |  Built by 0xSanei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7680960" cy="96012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64008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$50K-500K/year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901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strategy development requires quant teams,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infrastructure, and months of backtesting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7680960" cy="96012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06040"/>
            <a:ext cx="64008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for Retail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044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traders are locked out of algorithmic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tools that institutions take for granted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7680960" cy="96012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49040"/>
            <a:ext cx="64008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490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4592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Trap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187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charge monthly fees whether you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or not — pay for access, not results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 Evolution as a Service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828800" cy="292608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645920"/>
            <a:ext cx="640080" cy="64008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Job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target (BTC/USDT),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($0.02+), generations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1371600"/>
            <a:ext cx="1828800" cy="292608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37160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1645920"/>
            <a:ext cx="640080" cy="64008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260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Evolves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GA agent evolves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variants per generation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1828800" cy="292608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371600"/>
            <a:ext cx="18288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40680" y="1645920"/>
            <a:ext cx="640080" cy="64008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834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Insight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results at $0.001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via x402 Nanopayments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03720" y="1371600"/>
            <a:ext cx="1828800" cy="292608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371600"/>
            <a:ext cx="18288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0" y="1645920"/>
            <a:ext cx="640080" cy="64008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0408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winning strategy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(17 genes)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1463040" cy="91440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LAYER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37160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8620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137160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3212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137160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7804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137160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(x402)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468880"/>
            <a:ext cx="1463040" cy="91440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LAYER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256032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Supabase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8620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0" y="256032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Job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3212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60720" y="256032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Darwinia CLI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6640" y="256032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Iterations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88720" y="3337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3657600"/>
            <a:ext cx="1463040" cy="914400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657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68880" y="374904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3749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Gate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86200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114800" y="374904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3749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EIP-3009 Sign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760720" y="374904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749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Submit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78040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06640" y="3749040"/>
            <a:ext cx="1463040" cy="731520"/>
          </a:xfrm>
          <a:prstGeom prst="rect">
            <a:avLst/>
          </a:prstGeom>
          <a:solidFill>
            <a:srgbClr val="141937"/>
          </a:solidFill>
          <a:ln w="12700">
            <a:solidFill>
              <a:srgbClr val="1E25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3749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On-chain TX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Arc's Unique Primitives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703320" cy="141732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64008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USDC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$0.001 micropayments economically viable.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bridge overhead, no wrapped tokens.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703320" cy="141732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Protocol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payment-gated API responses.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Pay-per-call, not pay-per-month.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3703320" cy="141732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063240"/>
            <a:ext cx="64008" cy="1417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EIP-3009 Meta-TX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657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 client experience.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wallet submits on-chain.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3703320" cy="141732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64008" cy="1417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Reputation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3657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leaderboard incentivizes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network growth.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502920"/>
          </a:xfrm>
          <a:prstGeom prst="rect">
            <a:avLst/>
          </a:prstGeom>
          <a:solidFill>
            <a:srgbClr val="14193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44752"/>
            <a:ext cx="347472" cy="347472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deployed: darwinia-on-arc.vercel.app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347472" cy="347472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9385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Worker running (PM2), auto-claims and processes jobs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505456"/>
            <a:ext cx="7680960" cy="502920"/>
          </a:xfrm>
          <a:prstGeom prst="rect">
            <a:avLst/>
          </a:prstGeom>
          <a:solidFill>
            <a:srgbClr val="14193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578608"/>
            <a:ext cx="347472" cy="347472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0545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payment gate: 402 → client signs → relay settles on-chain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145536"/>
            <a:ext cx="347472" cy="347472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0723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EIP-3009 TransferWithAuthorization confirmed on Arc Testnet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639312"/>
            <a:ext cx="7680960" cy="502920"/>
          </a:xfrm>
          <a:prstGeom prst="rect">
            <a:avLst/>
          </a:prstGeom>
          <a:solidFill>
            <a:srgbClr val="141937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712464"/>
            <a:ext cx="347472" cy="347472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6393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17-gene Champion DNA visualization with fitness metrics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79392"/>
            <a:ext cx="347472" cy="347472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2062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Supabase streaming of evolution progress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7680960" cy="86868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64008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Marketplace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75564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competing GA agents with reputation-driven pricing.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agents earn more work.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7680960" cy="86868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2316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496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Settlement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80720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bridge to Ethereum/Solana for wider reach.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from any chain, settle on Arc.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7680960" cy="868680"/>
          </a:xfrm>
          <a:prstGeom prst="rect">
            <a:avLst/>
          </a:prstGeom>
          <a:solidFill>
            <a:srgbClr val="1419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474720"/>
            <a:ext cx="64008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Trading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8587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optimization for any parameter space: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yields, NFT pricing, risk models.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23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480560"/>
            <a:ext cx="7680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0xSanei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github.com/0xSanei  |  Built with </a:t>
            </a:r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Darwinia GA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(101⭐)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Darwinia on Arc — Pitch Deck</dc:title>
  <dc:subject>PptxGenJS Presentation</dc:subject>
  <dc:creator>0xSanei</dc:creator>
  <cp:lastModifiedBy>0xSanei</cp:lastModifiedBy>
  <cp:revision>1</cp:revision>
  <dcterms:created xsi:type="dcterms:W3CDTF">2026-04-16T03:26:11Z</dcterms:created>
  <dcterms:modified xsi:type="dcterms:W3CDTF">2026-04-16T03:26:11Z</dcterms:modified>
</cp:coreProperties>
</file>